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8" r:id="rId10"/>
    <p:sldId id="267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92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58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47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9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51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91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0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5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50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539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425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4214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69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65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3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51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91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976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285"/>
            <a:ext cx="7055380" cy="1600640"/>
          </a:xfrm>
        </p:spPr>
        <p:txBody>
          <a:bodyPr/>
          <a:lstStyle/>
          <a:p>
            <a:r>
              <a:rPr dirty="0" err="1"/>
              <a:t>RevShop</a:t>
            </a:r>
            <a:r>
              <a:rPr lang="en-US" dirty="0"/>
              <a:t>  </a:t>
            </a:r>
            <a:r>
              <a:rPr dirty="0"/>
              <a:t> 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Secure Console-Based E-Commerce Platform</a:t>
            </a:r>
          </a:p>
          <a:p>
            <a:r>
              <a:rPr dirty="0"/>
              <a:t>Presented by: </a:t>
            </a:r>
            <a:r>
              <a:rPr lang="en-US" dirty="0"/>
              <a:t>Vamsi Ujwal</a:t>
            </a:r>
            <a:endParaRPr dirty="0"/>
          </a:p>
          <a:p>
            <a:r>
              <a:rPr dirty="0"/>
              <a:t>Technology: Java + Oracle XE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RevShop is a secure console-based e-commerce application.</a:t>
            </a:r>
          </a:p>
          <a:p>
            <a:r>
              <a:t>It connects buyers and sellers on one platform.</a:t>
            </a:r>
          </a:p>
          <a:p>
            <a:r>
              <a:t>Users can browse, buy, sell, and manage products.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Small-scale sellers lack digital platforms.</a:t>
            </a:r>
          </a:p>
          <a:p>
            <a:r>
              <a:t>Many console apps lack security and proper cart systems.</a:t>
            </a:r>
          </a:p>
          <a:p>
            <a:r>
              <a:t>RevShop provides a structured and secure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Secure login system</a:t>
            </a:r>
          </a:p>
          <a:p>
            <a:r>
              <a:t>• Buyer and Seller modules</a:t>
            </a:r>
          </a:p>
          <a:p>
            <a:r>
              <a:t>• Inventory management</a:t>
            </a:r>
          </a:p>
          <a:p>
            <a:r>
              <a:t>• Payment simulation</a:t>
            </a:r>
          </a:p>
          <a:p>
            <a:r>
              <a:t>• Review and rating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Programming Language: Java</a:t>
            </a:r>
          </a:p>
          <a:p>
            <a:r>
              <a:rPr dirty="0"/>
              <a:t>Database: Oracle XE</a:t>
            </a:r>
          </a:p>
          <a:p>
            <a:r>
              <a:rPr dirty="0"/>
              <a:t>Connectivity: JDBC</a:t>
            </a:r>
          </a:p>
          <a:p>
            <a:r>
              <a:rPr dirty="0"/>
              <a:t>Version Control: Git</a:t>
            </a:r>
          </a:p>
          <a:p>
            <a:r>
              <a:rPr dirty="0"/>
              <a:t>Logging: Log4J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Buyer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Register / Login</a:t>
            </a:r>
          </a:p>
          <a:p>
            <a:r>
              <a:t>• Browse products</a:t>
            </a:r>
          </a:p>
          <a:p>
            <a:r>
              <a:t>• Add to cart</a:t>
            </a:r>
          </a:p>
          <a:p>
            <a:r>
              <a:t>• Place order</a:t>
            </a:r>
          </a:p>
          <a:p>
            <a:r>
              <a:t>• View order history</a:t>
            </a:r>
          </a:p>
          <a:p>
            <a:r>
              <a:t>• Rate and review products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Seller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Register with business details</a:t>
            </a:r>
          </a:p>
          <a:p>
            <a:r>
              <a:t>• Add / Update / Delete products</a:t>
            </a:r>
          </a:p>
          <a:p>
            <a:r>
              <a:t>• Set discounts and MRP</a:t>
            </a:r>
          </a:p>
          <a:p>
            <a:r>
              <a:t>• View orders</a:t>
            </a:r>
          </a:p>
          <a:p>
            <a:r>
              <a:t>• Monitor stock levels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Tables:</a:t>
            </a:r>
          </a:p>
          <a:p>
            <a:r>
              <a:t>APP_USERS, BUYERS, SELLERS,</a:t>
            </a:r>
          </a:p>
          <a:p>
            <a:r>
              <a:t>PRODUCTS, CATEGORIES,</a:t>
            </a:r>
          </a:p>
          <a:p>
            <a:r>
              <a:t>CARTS, ORDERS, REVIEWS, WISHLIST</a:t>
            </a:r>
          </a:p>
          <a:p>
            <a:r>
              <a:t>Triggers used for auto ID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5D229-47B4-1617-6388-5D1978233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9"/>
            <a:ext cx="7055380" cy="776314"/>
          </a:xfrm>
        </p:spPr>
        <p:txBody>
          <a:bodyPr/>
          <a:lstStyle/>
          <a:p>
            <a:r>
              <a:rPr lang="en-US" dirty="0"/>
              <a:t>Class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149527-F1C0-127E-EED2-A7350516E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088" y="1377696"/>
            <a:ext cx="7695120" cy="491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06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3C8F1-E2DD-357E-E56A-B44B7155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ER-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E7D3EE8-34DD-62C3-5DC3-F800F3DC8F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136" y="1353312"/>
            <a:ext cx="7384485" cy="524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4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Role-based authentication</a:t>
            </a:r>
          </a:p>
          <a:p>
            <a:r>
              <a:t>• Password validation</a:t>
            </a:r>
          </a:p>
          <a:p>
            <a:r>
              <a:t>• Input validation</a:t>
            </a:r>
          </a:p>
          <a:p>
            <a:r>
              <a:t>• Controlled module access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 to Web Application (Spring Boot)</a:t>
            </a:r>
          </a:p>
          <a:p>
            <a:r>
              <a:t>• Real payment gateway integration</a:t>
            </a:r>
          </a:p>
          <a:p>
            <a:r>
              <a:t>• Recommendation system</a:t>
            </a:r>
          </a:p>
          <a:p>
            <a:r>
              <a:t>• Cloud deployment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</TotalTime>
  <Words>237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RevShop    </vt:lpstr>
      <vt:lpstr>Introduction</vt:lpstr>
      <vt:lpstr>Problem Statement</vt:lpstr>
      <vt:lpstr>Objectives</vt:lpstr>
      <vt:lpstr>Technical Stack</vt:lpstr>
      <vt:lpstr>Buyer Module</vt:lpstr>
      <vt:lpstr>Seller Module</vt:lpstr>
      <vt:lpstr>Database Design</vt:lpstr>
      <vt:lpstr>Class Diagram</vt:lpstr>
      <vt:lpstr>ER- Diagram</vt:lpstr>
      <vt:lpstr>Security Features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Vamsi Ujwal Navuluru</dc:creator>
  <cp:keywords/>
  <dc:description>generated using python-pptx</dc:description>
  <cp:lastModifiedBy>Vamsi Ujwal Navuluru</cp:lastModifiedBy>
  <cp:revision>7</cp:revision>
  <dcterms:created xsi:type="dcterms:W3CDTF">2013-01-27T09:14:16Z</dcterms:created>
  <dcterms:modified xsi:type="dcterms:W3CDTF">2026-02-24T18:02:04Z</dcterms:modified>
  <cp:category/>
</cp:coreProperties>
</file>